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ORIPA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2743200" cy="3657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オンラインオリパ事業</a:t>
            </a:r>
            <a:endParaRPr lang="en-US" sz="2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立ち上げガイド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https://oripa-omega.vercel.app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事業概要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828800" cy="274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トレカのオンラインガチャ（オリパ）プラットフォーム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カードゲーム横断対応（ポケカ、遊戯王、ワンピ、MTG等）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在庫を持たない「仮在庫モデル」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サイト: https://oripa-omega.vercel.app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ビジネスモデル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828800" cy="274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371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ユーザーがポイント購入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51760" y="13716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08960" y="1371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オリパを選んで引く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3440" y="13716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20640" y="1371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当選カード確定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0" y="13716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0" y="1371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発送 or ポイント交換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仕入れは当選後に調達（在庫リスクゼロ）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粗利率 30〜40%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0: 法的準備（チェックリスト）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828800" cy="274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✓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古物商許可の申請（管轄警察署、約40日）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✓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弁護士にビジネスモデル・利用規約のレビュー依頼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✓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事業者情報の確定（住所・電話・代表者名）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✓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資金決済法の確認（ポイント有効期限6ヶ月で届出回避）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サイト準備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828800" cy="274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Supabaseプロジェクト作成・DB設定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環境変数に事業者情報を設定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Stripe決済の導入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テスト注文の実施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商品準備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828800" cy="274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仕入れ先の開拓（カードショップ卸、遊々亭、カードラッシュ等）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最初のオリパパック3〜5個を作成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カード画像の撮影・登録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価格設定（1口 500〜3,000円が主流）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集客・オープン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828800" cy="274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SNSアカウント開設（X、Instagram、TikTok）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初回無料500ptキャンペーン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インフルエンサーPR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オープン告知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日常運営ルーティン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828800" cy="274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217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頻度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タスク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毎日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調達タスク確認・発送・問い合わせ対応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毎週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新パック作成・売上確認・仕入れ先チェック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毎月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収支レポート・仕入れ先開拓・キャンペーン企画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売上試算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828800" cy="274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554480"/>
                <a:gridCol w="164592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時期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月商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粗利(35%)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固定費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営業利益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初月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100万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35万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20万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15万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半年後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300万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105万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30万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75万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1年後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500万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175万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40万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135万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3年後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3,000万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1,050万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150万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900万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固定費内訳: サーバー費、決済手数料(3.6%)、梱包・送料、人件費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想定リスクと対策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828800" cy="274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7863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5778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リスク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対策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調達失敗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14日以内に全額ポイント返還。複数仕入れ先を確保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クレーム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利用規約で返品不可を明記。丁寧な対応マニュアル作成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法規制強化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弁護士と定期的に法改正をチェック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競合激化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確率透明性・カードゲーム横断で差別化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ポイント残高1000万超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有効期限6ヶ月で回避。超えそうなら財務局届出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不正利用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大量購入制限・本人確認の導入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法的に絶対守ること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828800" cy="274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⚠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古物商許可番号をサイトに掲示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⚠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確率表示は正確に（嘘は景品表示法で直罰）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⚠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「絶対当たる」「必ず得する」等の断定NG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⚠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ポイント有効期限は付与日から6ヶ月（変更禁止）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⚠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調達失敗時は14日以内に全額返還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連絡先・リソース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828800" cy="274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サイト管理画面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00400" y="14630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https://oripa-omega.vercel.app/admin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21945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https://vercel.com/zaki21016s-projects/oripa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デモページ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0" y="29260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https://oripa-omega.vercel.app/demo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最初にやること3つ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828800" cy="274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645920" y="1463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古物商許可を申請する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2377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弁護士にレビューを依頼する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4592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仕入れ先を3社確保する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ORIPA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3657600" y="265176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お問い合わせ: theoffzaki@gmail.com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ORIPA オンラインオリパ事業 立ち上げガイド</dc:subject>
  <dc:creator>ORIPA</dc:creator>
  <cp:lastModifiedBy>ORIPA</cp:lastModifiedBy>
  <cp:revision>1</cp:revision>
  <dcterms:created xsi:type="dcterms:W3CDTF">2026-07-21T01:33:49Z</dcterms:created>
  <dcterms:modified xsi:type="dcterms:W3CDTF">2026-07-21T01:33:49Z</dcterms:modified>
</cp:coreProperties>
</file>